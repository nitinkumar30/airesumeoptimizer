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 Resume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  <a:latin typeface="Calibri"/>
              </a:defRPr>
            </a:pPr>
            <a:r>
              <a:t>Automated ATS-Optimized Resume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n8n Workflow  |  Google Gemini  |  OpenAI GPT  |  Telegram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Nitin Kumar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2286000" cy="10972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  <a:latin typeface="Calibri"/>
              </a:defRPr>
            </a:pPr>
            <a:r>
              <a:t>13+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577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n8n Nodes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029200"/>
            <a:ext cx="2286000" cy="10972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577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AI Stages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5029200"/>
            <a:ext cx="2286000" cy="10972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  <a:latin typeface="Calibri"/>
              </a:defRPr>
            </a:pPr>
            <a:r>
              <a:t>60-90s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5577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5029200"/>
            <a:ext cx="2286000" cy="10972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5577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What does it do? Everything — fully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51760" cy="15544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Resume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Parses PDF/DOCX into structured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651760" cy="15544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JD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Extracts ATS keywords &amp; priority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2651760" cy="15544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ATS Rewriting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Rewrites bullets with action verbs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651760" cy="15544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LaTeX Compilation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Clean PDF via free pdflatex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291840"/>
            <a:ext cx="2651760" cy="15544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ATS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0-100 match score + gap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291840"/>
            <a:ext cx="2651760" cy="15544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Cover Letter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840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Personalized HTML, Gmail-compatible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291840"/>
            <a:ext cx="2651760" cy="15544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Telegram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840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PDF + Cover Letter + Score in one 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End-to-end pipeline from upload to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User submits Resume + JD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Extract from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Resume Parser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JD Parser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Merge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LaTeX Generator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ATS Score + Cover Letter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Compile 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5943600" cy="438912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Telegram 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371600"/>
            <a:ext cx="4572000" cy="50292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Total Nodes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Code Nodes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API Calls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5212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212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Avg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60-90s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Node-by-Node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13 nodes working in harmony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1. Resume &amp; JD submitted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Form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Web form: file + JD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37160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2. Extract from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Extract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PDF/DOCX to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3. Resume extractor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Text to 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137160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4. JD extractor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JD to keywords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5. Generated resume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LaTeX ATS content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10896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6. Prepare compilation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Code (JS)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Clean LaTeX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310896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7. Compile latex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HTTP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PDF via ytotech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310896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8. Convert to pdf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Code (JS)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Add filename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0" y="310896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9. ATS Score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0-100 score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20" y="310896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10. Cover Letter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HTML letter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484632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919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11. Build Caption + CL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Code (JS)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577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Caption + HTML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0" y="484632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34640" y="4919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12. Send resume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5577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PDF delivery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20640" y="4846320"/>
            <a:ext cx="21945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12080" y="4919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13. Send Cover Letter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5577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HTML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Supported AI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Multi-provider with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gemini-2.0-flash-lite-001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gemini-2.5-flash-image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Parsing +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gemini-3.1-flash-image-preview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Better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LaTeX 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gemini-3-pro-image-preview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Best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ATS + Cover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gpt-5-mini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Parsing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gpt-5.4-image-2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Better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OpenRouter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Auto-routes to best available model. Seamless fallback across providers.</a:t>
            </a:r>
            <a:br/>
            <a:br/>
            <a:r>
              <a:t>Models listed in config.json. Update node parameters to switch.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ATS Scoring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4-factor weighted analysis: 0-100 match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Scoring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Keyword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High-priority keywords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Skills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Must-have skills present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Experience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Years + domain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Role Title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Seniority alignment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Score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80-100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Strong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31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Recruiter-ready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60-79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Good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Minor fixes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40-59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Improve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0-39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Weak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49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Overhaul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Cover Letter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5-paragraph HTML cover letters — Gmail-ready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2103120" cy="16459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1. Strong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Company/role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20240"/>
            <a:ext cx="2103120" cy="16459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2. Why This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Show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920240"/>
            <a:ext cx="2103120" cy="16459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3. Achievements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2-3 quantified wins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920240"/>
            <a:ext cx="2103120" cy="16459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4. Address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Learning narrative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920240"/>
            <a:ext cx="2103120" cy="16459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5. Closing CTA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Action-oriented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Real data only — never hallucinate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300-380 words, no cliches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Georgia serif, 700px, inline CSS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Gmail-compatible 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Optimization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Three-stage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50292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Stage 1 — Resume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Multi-role consolidation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Project mapping by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Two-column reassembly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Date standardization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Anti-hallucination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657600" cy="50292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Stage 2 — JD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Detect-only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80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15 domain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57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Must vs good-to-have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434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Responsibility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2120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Placement strategy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371600"/>
            <a:ext cx="3657600" cy="50292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Stage 3 — ATS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Action verb rewriting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880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Natural keyword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657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Priority skill ordering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434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Clean LaTeX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2120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Balanced brackets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Setup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5 steps to get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194560" cy="32004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Calibri"/>
              </a:defRPr>
            </a:pPr>
            <a:r>
              <a:t>1. 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Workflows &gt; Import</a:t>
            </a:r>
            <a:br/>
            <a:r>
              <a:t>Upload 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Pre-configured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371600"/>
            <a:ext cx="2194560" cy="32004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Calibri"/>
              </a:defRPr>
            </a:pPr>
            <a:r>
              <a:t>2. 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Add Gemini + OpenAI</a:t>
            </a:r>
            <a:br/>
            <a:r>
              <a:t>API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Link to nodes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194560" cy="32004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Calibri"/>
              </a:defRPr>
            </a:pPr>
            <a:r>
              <a:t>3. Telegram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@BotFather &gt; /newbot</a:t>
            </a:r>
            <a:br/>
            <a:r>
              <a:t>Copy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Add credential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1371600"/>
            <a:ext cx="2194560" cy="32004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Calibri"/>
              </a:defRPr>
            </a:pPr>
            <a:r>
              <a:t>4. Chat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Message bot &gt; getUpdates</a:t>
            </a:r>
            <a:br/>
            <a:r>
              <a:t>Find chat.id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Set in nodes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2194560" cy="32004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Calibri"/>
              </a:defRPr>
            </a:pPr>
            <a:r>
              <a:t>5. Activate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Toggle Active</a:t>
            </a:r>
            <a:br/>
            <a:r>
              <a:t>Copy form 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Share!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n8n v2.14+  |  Gemini API (free)  |  OpenAI API (optional)  |  Telegram Bot  |  Internet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Run it anywhere — local, cloud, or managed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Local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docker run -it --rm -p 5678:5678 docker.n8n.io/n8nio/n8n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Self-hosted, full control, 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657600" cy="22860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n8n.cloud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Managed SaaS at n8n.cloud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Zero maintenance, free tier 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657600" cy="228600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Railway/Render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One-click deploy from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Auto-scaling, simple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Post-Deployment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Add Google PaLM API credential in n8n Settings &gt;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Add Telegram Bot credential (token from @BotFather)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Set Chat ID in both Telegram nodes (Send resume + Send Cover Letter)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Copy Production URL from Form Trigger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Toggle workflow from Inactive to 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Whats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Email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Gmail node to send to recruiters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Parallel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40% faster with parallel parsers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Error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Telegram on node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Google Sheets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Log submissions &amp; scores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10896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66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Auto-detect &amp; translate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10896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A/B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566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Compare keyword strategies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10896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Company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566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Web search before generation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10896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Version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66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Store &amp; diff all resumes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84632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WhatsApp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03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Alternate delivery channel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84632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Direct Apply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303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LinkedIn/Indeed integration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846320"/>
            <a:ext cx="2651760" cy="14630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Plugin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303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Community templates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Common issues &amp;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601200" cy="1828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200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274"/>
                </a:solidFill>
                <a:latin typeface="Calibri"/>
              </a:defRPr>
            </a:pPr>
            <a:r>
              <a:t>Missing begin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371600"/>
            <a:ext cx="36576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463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LLM markdown fences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371600"/>
            <a:ext cx="41148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4630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alibri"/>
              </a:defRPr>
            </a:pPr>
            <a:r>
              <a:t>Auto-fixed by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3200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274"/>
                </a:solidFill>
                <a:latin typeface="Calibri"/>
              </a:defRPr>
            </a:pPr>
            <a:r>
              <a:t>COMPILATION SPEC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286000"/>
            <a:ext cx="36576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Double ==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286000"/>
            <a:ext cx="41148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3774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alibri"/>
              </a:defRPr>
            </a:pPr>
            <a:r>
              <a:t>Use single 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3200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274"/>
                </a:solidFill>
                <a:latin typeface="Calibri"/>
              </a:defRPr>
            </a:pPr>
            <a:r>
              <a:t>Empty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200400"/>
            <a:ext cx="36576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291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Scanned image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200400"/>
            <a:ext cx="41148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2918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alibri"/>
              </a:defRPr>
            </a:pPr>
            <a:r>
              <a:t>Use text PDF/DOCX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3200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274"/>
                </a:solidFill>
                <a:latin typeface="Calibri"/>
              </a:defRPr>
            </a:pPr>
            <a:r>
              <a:t>Telegram not send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4114800"/>
            <a:ext cx="36576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4206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Bot not in group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4114800"/>
            <a:ext cx="41148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42062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alibri"/>
              </a:defRPr>
            </a:pPr>
            <a:r>
              <a:t>Add &amp; make admin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3200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274"/>
                </a:solidFill>
                <a:latin typeface="Calibri"/>
              </a:defRPr>
            </a:pPr>
            <a:r>
              <a:t>Gemini errors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5029200"/>
            <a:ext cx="36576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Rate limit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5029200"/>
            <a:ext cx="4114800" cy="73152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51206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alibri"/>
              </a:defRPr>
            </a:pPr>
            <a:r>
              <a:t>Add Wait node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78BFA"/>
                </a:solidFill>
                <a:latin typeface="Calibri"/>
              </a:defRPr>
            </a:pPr>
            <a:r>
              <a:t>AI Resume Optimizer — your resume should work as hard as you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License: MIT — Free to use, modify,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Author: Nitin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LinkedIn: linkedin.com/in/nitinkumar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GitHub: github.com/nitinkumar30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Built with coffee, LaTeX error logs, and belief that your resume should work as hard as you 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